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be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869680" y="32918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CSA1603 – DATA WAREHOUSE AND DATA MINING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Data Cube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2402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Journey Through OLAP Operations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analysts roll up, drill down, slice, dice, and pivot their way to insight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394960"/>
            <a:ext cx="5852160" cy="1051560"/>
          </a:xfrm>
          <a:prstGeom prst="roundRect">
            <a:avLst>
              <a:gd name="adj" fmla="val 6957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5486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SAI DEEPAK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192311432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CSA1603 – Data Warehouse and Data Mining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OLAP?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viewed from every angle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Analytical Processing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business users explore data stored as a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cube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flat spreadsheet.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16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 —  </a:t>
            </a:r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Product, Region — the ways you slice the business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6301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838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 —  </a:t>
            </a:r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Quantity — the numbers you're analyzing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1970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507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 —  </a:t>
            </a:r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→ Month → Year, or City → State → Country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544068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pic>
        <p:nvPicPr>
          <p:cNvPr id="12" name="Image 0" descr="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65960"/>
            <a:ext cx="1691640" cy="1691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26480" y="379476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CUBE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3796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– Time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7532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7" name="Text 14"/>
          <p:cNvSpPr/>
          <p:nvPr/>
        </p:nvSpPr>
        <p:spPr>
          <a:xfrm>
            <a:off x="827532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– Product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001268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0B4A6B"/>
          </a:solidFill>
          <a:ln/>
        </p:spPr>
      </p:sp>
      <p:sp>
        <p:nvSpPr>
          <p:cNvPr id="19" name="Text 16"/>
          <p:cNvSpPr/>
          <p:nvPr/>
        </p:nvSpPr>
        <p:spPr>
          <a:xfrm>
            <a:off x="1001268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– Region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50749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touches multiple dimensions at once — giving answers a flat table never could.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 &amp; Drill-Down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Climbing and descending the concept hierarchy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arrow_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detailed data by climbing up a concept hierarchy, or by reducing the number of dimensions — turning granular rows into a summarized view.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9776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77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97280" y="45262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526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25880" y="507492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132588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77640" y="5029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1" descr="arrow_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08483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DRILL-DOWN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583680" y="27432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roll-up — navigates from summarized data toward finer detail, revealing the lower levels of a hierarchy on demand.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040880" y="3977640"/>
            <a:ext cx="20116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22" name="Text 18"/>
          <p:cNvSpPr/>
          <p:nvPr/>
        </p:nvSpPr>
        <p:spPr>
          <a:xfrm>
            <a:off x="70408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812280" y="4526280"/>
            <a:ext cx="2468880" cy="411480"/>
          </a:xfrm>
          <a:prstGeom prst="roundRect">
            <a:avLst>
              <a:gd name="adj" fmla="val 11111"/>
            </a:avLst>
          </a:prstGeom>
          <a:solidFill>
            <a:srgbClr val="CADCFC"/>
          </a:solidFill>
          <a:ln/>
        </p:spPr>
      </p:sp>
      <p:sp>
        <p:nvSpPr>
          <p:cNvPr id="24" name="Text 20"/>
          <p:cNvSpPr/>
          <p:nvPr/>
        </p:nvSpPr>
        <p:spPr>
          <a:xfrm>
            <a:off x="6812280" y="4526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83680" y="507492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6" name="Text 22"/>
          <p:cNvSpPr/>
          <p:nvPr/>
        </p:nvSpPr>
        <p:spPr>
          <a:xfrm>
            <a:off x="6583680" y="5074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7863840" y="5029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detail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 &amp; Dice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Carving a smaller, sharper view out of the cube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pic>
        <p:nvPicPr>
          <p:cNvPr id="5" name="Image 0" descr="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one dimension to a single value, cutting a single flat “slice” out of the cube — e.g. Sales where Year = 2025.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71600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38528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05456" y="3749040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1600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5456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71600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38528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05456" y="4882896"/>
            <a:ext cx="512064" cy="512064"/>
          </a:xfrm>
          <a:prstGeom prst="rect">
            <a:avLst/>
          </a:prstGeom>
          <a:solidFill>
            <a:srgbClr val="0B4A6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= 2025 → one full slice selected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169164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C7293"/>
          </a:solidFill>
          <a:ln/>
        </p:spPr>
      </p:sp>
      <p:pic>
        <p:nvPicPr>
          <p:cNvPr id="19" name="Image 1" descr="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6596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DICE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5836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two or more dimensions to specific values, producing a smaller sub-cube — e.g. Sales where Region = South AND Product = Electronics.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086600" y="3749040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53528" y="3749040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0456" y="3749040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086600" y="4315968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653528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20456" y="4315968"/>
            <a:ext cx="512064" cy="512064"/>
          </a:xfrm>
          <a:prstGeom prst="rect">
            <a:avLst/>
          </a:prstGeom>
          <a:solidFill>
            <a:srgbClr val="F9E79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086600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653528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220456" y="4882896"/>
            <a:ext cx="512064" cy="512064"/>
          </a:xfrm>
          <a:prstGeom prst="rect">
            <a:avLst/>
          </a:prstGeom>
          <a:solidFill>
            <a:srgbClr val="025E5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8368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+ Product fixed → sub-cube selected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Pivot (Rotate)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a completely new perspective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5" name="Image 0" descr="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rotates the data axes of the cube to display an alternative orientation — for instance, swapping what appears in the rows versus the columns of a report. The underlying data never changes, only the vantage point.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840480"/>
            <a:ext cx="544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use pivot to compare the same figures across different report layouts without re-querying the warehouse.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rows = Region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1488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148840"/>
            <a:ext cx="24688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→ columns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0" y="2560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83680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83680" y="34381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32688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rows = Product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326880" y="2148840"/>
            <a:ext cx="2468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9326880" y="2148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→ columns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418320" y="2560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418320" y="29992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418320" y="34381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1050" dirty="0"/>
          </a:p>
        </p:txBody>
      </p:sp>
      <p:pic>
        <p:nvPicPr>
          <p:cNvPr id="22" name="Image 1" descr="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651760"/>
            <a:ext cx="502920" cy="5029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492240" y="42519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766560" y="473659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pivot can turn a Region-first report into a Product-first report in seconds — no rebuilding the query, no waiting on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Real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OLAP operations matter in the real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8026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2377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re-view data — not days of re-querying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358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Multi-Angle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from one cube, endless perspectives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31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486900" y="22402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275320" y="3429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decisions, backed by live detail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10881360" cy="150876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4754880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Roll-up, drill-down, slice, dice, and pivot are the five moves that turn a static warehouse into a living conversation with the data — every rotation of the cube reveals a question the business didn’t know it could ask.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C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Sai Deepak  |  Reg No: 192311432  |  CSA1603 – Data Warehouse and Data Mining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2026-07-18T11:10:43Z</dcterms:created>
  <dcterms:modified xsi:type="dcterms:W3CDTF">2026-07-18T11:10:43Z</dcterms:modified>
</cp:coreProperties>
</file>